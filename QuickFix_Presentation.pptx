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D9488"/>
                </a:solidFill>
                <a:latin typeface="Arial"/>
              </a:defRPr>
            </a:pPr>
            <a:r>
              <a:t>QUICKFIX</a:t>
            </a:r>
          </a:p>
          <a:p>
            <a:pPr>
              <a:spcBef>
                <a:spcPts val="1000"/>
              </a:spcBef>
              <a:defRPr sz="2400" b="1">
                <a:solidFill>
                  <a:srgbClr val="F1F5F9"/>
                </a:solidFill>
                <a:latin typeface="Arial"/>
              </a:defRPr>
            </a:pPr>
            <a:r>
              <a:t>Hyperlocal On-Demand Home Services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PROJECT PRESENTATION BY:</a:t>
            </a:r>
          </a:p>
          <a:p>
            <a:pPr>
              <a:spcAft>
                <a:spcPts val="4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Khushal Rathod  |  Enrollment: 20230905040016</a:t>
            </a:r>
          </a:p>
          <a:p>
            <a:pPr>
              <a:spcAft>
                <a:spcPts val="4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Malav Makwana  |  Enrollment: 20230905040053</a:t>
            </a:r>
          </a:p>
          <a:p>
            <a:pPr>
              <a:spcAft>
                <a:spcPts val="4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Rohit Ambaliya  |  Enrollment: 20230905040044</a:t>
            </a:r>
          </a:p>
          <a:p>
            <a:pPr>
              <a:spcAft>
                <a:spcPts val="4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Krishn Dudhrejiya  |  Enrollment: 20230905040046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Project Overview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What is QuickFix?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Hyperlocal Marketplace: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 Connects local skilled service providers (plumbers, electricians, appliance technicians) with customers instantly based on geolocation.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On-Demand Services Model: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 Features real-time request creation, radial job dispatching, instant swiping/acceptance, and interactive status tracking.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Zero Communication Delay: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 Eliminates middlemen and coordinates work directly via automatic distance calculations, system notifications, and real-time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</a:defRPr>
            </a:pPr>
            <a:r>
              <a:t>Core Challenges Solved: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✔  Trust &amp;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  Service providers are verified through simulated Aadhaar KYC before they receive tasks.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✔  Hyperlocal Coordination: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  Limits provider lists to coordinates within 1.0 km radius (expanding to 5.0 km) to optimize travel time.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✔  Workforce Autonomy: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  Providers have total control over their availability, job categories, and accepting orders.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✔  Review Loop: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  Customer feedback locks completed orders, updating rating aggregates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WHAT WE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Technology Stack &amp;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</a:defRPr>
            </a:pPr>
            <a:r>
              <a:t>FRONTEND &amp; UI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Next.js 15 (React 19) framework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Tailwind CSS v4 utility layout styling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Framer Motion for immersive 3D/hover states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Radix UI for accessible interface widgets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Lucide React for iconography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A192F"/>
                </a:solidFill>
              </a:defRPr>
            </a:pPr>
            <a:r>
              <a:t>BACKEND &amp; SECURE API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Next.js Serverless Route Handlers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BcryptJS for secure password encryption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Jose library for secure JWT sessions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Middleware routing for dashboard guard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Node.js API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</a:defRPr>
            </a:pPr>
            <a:r>
              <a:t>DATABASE &amp; INTEGRATIONS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MongoDB Core Database (User Profile, Orders)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Supabase Real-time Database Client sync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Brevo Email API (Transactional OTP sender)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Leaflet.js &amp; OpenStreetMap (Tile mapping)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Vercel Cloud (Live hosting &amp; CI/CD deployment)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End-to-End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1: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Provider completes Aadhaar KYC. Authenticates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2: Post Task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Customer posts job request with location, photos &amp;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3: Dispatch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Request matches nearby providers (1km for 10s -&gt; expands to 5km).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4: Swipe Accept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Provider accepts request via swipe slider component.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11480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4206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5: Selection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Customer selects provider. Order moves to IN_PROGRESS.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11480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4206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6: Live Map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Provider GPS live-streams coordinates to Customer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11480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206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 7: Completion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Provider completes work. Customer submits reviews &amp; releases funds.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 &amp; LOGIN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User Registration &amp; Secure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Email OTP &amp; Login UI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Login Options: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Seamless switching between email-based and mobile number login layouts.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Simulated OAuth List: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Pre-linked sandbox accounts for quick testing of customer and provider profiles.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Email OTP Delivery: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Brevo transactional API integration sends 4-digit codes directly to the user's email address.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Interactive Design: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Soft shadows, clean form layouts, and responsive card containers.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CUSTOMER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Client Dashboard &amp; Request Posting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Job Dispatching &amp; Address Selection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Interactive Request Posting: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Clients specify description, category, and budget (automatically formatted to Rupees ₹).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Reference Photo Uploads: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Compression pipeline scales files to 400x400 JPEGs before uploading to MongoDB.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Hyperlocal Address Selection: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Map pin drag-and-drop retrieves exact street/area names, mapping coordinates.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Active Job Stack: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Clean cards displaying ongoing tasks, provider details, and real-time status tracker.</a:t>
            </a:r>
          </a:p>
        </p:txBody>
      </p:sp>
      <p:pic>
        <p:nvPicPr>
          <p:cNvPr id="5" name="Picture 4" descr="custom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PROVIDER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Partner Hub &amp; Order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Job Acceptance &amp; Radial Radius Dispatch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Incoming Stack Dialog: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Large customer photos, payout breakdowns (with 10% commission deductions), and Point A to Point B distances.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Swipe-to-Accept Slider: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Premium Framer Motion swipe slider to accept incoming requests.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Active vs History Split: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Active dashboard only shows SELECTED/IN_PROGRESS orders. Completed and cancelled jobs collapse under Job History.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Live GPS Tracking: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Device coordinates are sent silently via navigator.geolocation.watchPosition directly to the database.</a:t>
            </a:r>
          </a:p>
        </p:txBody>
      </p:sp>
      <p:pic>
        <p:nvPicPr>
          <p:cNvPr id="5" name="Picture 4" descr="provid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SETTINGS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Aadhaar KYC &amp;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Aadhaar Verification &amp; Badges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Aadhaar KYC Status: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Visual display of verified/unverified parameters. Links directly to a secure government verification portal simulation.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Dynamic Badge Tiers: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Star ratings are replaced with dynamic tiers (Bronze, Silver, Gold, Platinum) computed from completed orders.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Category Switching: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Providers can easily change their primary service category and age verification details in the hub.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</a:defRPr>
            </a:pPr>
            <a:r>
              <a:t>✔ Inline Email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Triggers inline OTP verification when updating email inside the profile edit modal.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VISUAL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Interface Showcase &amp;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Secure Login Page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20040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852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Customer Booking Dashboard</a:t>
            </a:r>
          </a:p>
        </p:txBody>
      </p:sp>
      <p:pic>
        <p:nvPicPr>
          <p:cNvPr id="9" name="Picture 8" descr="custom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737360"/>
            <a:ext cx="3200400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5852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Provider Swiggy-Style Hub</a:t>
            </a:r>
          </a:p>
        </p:txBody>
      </p:sp>
      <p:pic>
        <p:nvPicPr>
          <p:cNvPr id="12" name="Picture 11" descr="provider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Performance Optimization &amp; 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69164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Database Parallelization (Promise.all)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Refactored user profiles, orders, and requests queries to load asynchronously in parallel instead of blocking sequentially. This improved dashboard load times by 3-4x.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MongoDB Connection Caching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Implemented global connection pooling status checks (`hasMigrated`). Database migrations execute in the background asynchronously, completely bypassing blocking operations on active queries.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06908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Sequential User ID Mapping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Created a backend migration schema that automatically maps standard user records to sequential, secure User IDs (e.g. QF-1001, QF-1002) for searchability and disputes logging.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25780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Image Compression &amp; Upload Guards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Configured base64 document upload compression to scale user screenshots to 400x400 JPEGs at 0.7 quality before database insertion, completely eliminating 'Payload Too Large' network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0D9488"/>
                </a:solidFill>
              </a:defRPr>
            </a:pPr>
            <a:r>
              <a:t>Conclusion &amp; Future Roadmap</a:t>
            </a:r>
          </a:p>
          <a:p>
            <a:pPr>
              <a:spcBef>
                <a:spcPts val="1000"/>
              </a:spcBef>
              <a:defRPr sz="1600" b="1">
                <a:solidFill>
                  <a:srgbClr val="D97706"/>
                </a:solidFill>
              </a:defRPr>
            </a:pPr>
            <a:r>
              <a:t>01.  Project Summary: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       Developed a functional, lightweight, secure, and ultra-premium hyperlocal marketplace dashboard using modern Next.js and MongoDB frameworks.</a:t>
            </a:r>
          </a:p>
          <a:p>
            <a:pPr>
              <a:spcBef>
                <a:spcPts val="1000"/>
              </a:spcBef>
              <a:defRPr sz="1600" b="1">
                <a:solidFill>
                  <a:srgbClr val="D97706"/>
                </a:solidFill>
              </a:defRPr>
            </a:pPr>
            <a:r>
              <a:t>02.  Integrated Wallet Mechanics: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       Future integration of actual payments gateway models, adding platform commission logs and automatic credit payouts.</a:t>
            </a:r>
          </a:p>
          <a:p>
            <a:pPr>
              <a:spcBef>
                <a:spcPts val="1000"/>
              </a:spcBef>
              <a:defRPr sz="1600" b="1">
                <a:solidFill>
                  <a:srgbClr val="D97706"/>
                </a:solidFill>
              </a:defRPr>
            </a:pPr>
            <a:r>
              <a:t>03.  In-App Messaging: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       Real-time chat system with integrated media attachments to secure provider-client communication.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D97706"/>
                </a:solidFill>
              </a:defRPr>
            </a:pPr>
            <a:r>
              <a:t>04.  Automated Dispute Resolution: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       Smart contracts or admin moderation dashboards with complete history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